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25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961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41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8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73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49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90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15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190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32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0541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62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5743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864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498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8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24B27-C546-4C4D-B377-C689EEB317F7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D3128F4-7066-4E83-A910-B1A9C45D3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83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834189"/>
            <a:ext cx="9144000" cy="2387600"/>
          </a:xfrm>
        </p:spPr>
        <p:txBody>
          <a:bodyPr/>
          <a:lstStyle/>
          <a:p>
            <a:pPr algn="r"/>
            <a:r>
              <a:rPr lang="ru-RU" dirty="0" smtClean="0"/>
              <a:t>УП 01.02 Разработка мобильных приложений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564897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ru-RU" sz="2400" dirty="0" smtClean="0"/>
              <a:t>Выполнил студент группы 3.2ИСиП2</a:t>
            </a:r>
          </a:p>
          <a:p>
            <a:pPr algn="l"/>
            <a:r>
              <a:rPr lang="ru-RU" sz="2400" dirty="0" err="1" smtClean="0"/>
              <a:t>Понкратов</a:t>
            </a:r>
            <a:r>
              <a:rPr lang="ru-RU" sz="2400" dirty="0" smtClean="0"/>
              <a:t> </a:t>
            </a:r>
            <a:r>
              <a:rPr lang="ru-RU" sz="2400" dirty="0"/>
              <a:t>Н</a:t>
            </a:r>
            <a:r>
              <a:rPr lang="ru-RU" sz="2400" dirty="0" smtClean="0"/>
              <a:t>икита </a:t>
            </a:r>
            <a:r>
              <a:rPr lang="ru-RU" sz="2400" dirty="0"/>
              <a:t>И</a:t>
            </a:r>
            <a:r>
              <a:rPr lang="ru-RU" sz="2400" dirty="0" smtClean="0"/>
              <a:t>горевич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619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811673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Trebuchet MS (Заголовки)"/>
              </a:rPr>
              <a:t>Цель проекта</a:t>
            </a:r>
          </a:p>
          <a:p>
            <a:pPr marL="0" indent="0">
              <a:buNone/>
            </a:pPr>
            <a:r>
              <a:rPr lang="ru-RU" dirty="0" smtClean="0">
                <a:latin typeface="Trebuchet MS (Заголовки)"/>
              </a:rPr>
              <a:t>Закрепить </a:t>
            </a:r>
            <a:r>
              <a:rPr lang="ru-RU" dirty="0">
                <a:latin typeface="Trebuchet MS (Заголовки)"/>
              </a:rPr>
              <a:t>теоретические знания и приобрести практические навыки разработки </a:t>
            </a:r>
            <a:r>
              <a:rPr lang="ru-RU" dirty="0" err="1">
                <a:latin typeface="Trebuchet MS (Заголовки)"/>
              </a:rPr>
              <a:t>Android</a:t>
            </a:r>
            <a:r>
              <a:rPr lang="ru-RU" dirty="0">
                <a:latin typeface="Trebuchet MS (Заголовки)"/>
              </a:rPr>
              <a:t>-приложений на </a:t>
            </a:r>
            <a:r>
              <a:rPr lang="ru-RU" dirty="0" err="1">
                <a:latin typeface="Trebuchet MS (Заголовки)"/>
              </a:rPr>
              <a:t>Kotlin</a:t>
            </a:r>
            <a:r>
              <a:rPr lang="ru-RU" dirty="0">
                <a:latin typeface="Trebuchet MS (Заголовки)"/>
              </a:rPr>
              <a:t> с применением современного технологического стека: MVVM, </a:t>
            </a:r>
            <a:r>
              <a:rPr lang="ru-RU" dirty="0" err="1">
                <a:latin typeface="Trebuchet MS (Заголовки)"/>
              </a:rPr>
              <a:t>Material</a:t>
            </a:r>
            <a:r>
              <a:rPr lang="ru-RU" dirty="0">
                <a:latin typeface="Trebuchet MS (Заголовки)"/>
              </a:rPr>
              <a:t> </a:t>
            </a:r>
            <a:r>
              <a:rPr lang="ru-RU" dirty="0" err="1">
                <a:latin typeface="Trebuchet MS (Заголовки)"/>
              </a:rPr>
              <a:t>Design</a:t>
            </a:r>
            <a:r>
              <a:rPr lang="ru-RU" dirty="0">
                <a:latin typeface="Trebuchet MS (Заголовки)"/>
              </a:rPr>
              <a:t>, </a:t>
            </a:r>
            <a:r>
              <a:rPr lang="ru-RU" dirty="0" err="1">
                <a:latin typeface="Trebuchet MS (Заголовки)"/>
              </a:rPr>
              <a:t>SQLite</a:t>
            </a:r>
            <a:r>
              <a:rPr lang="ru-RU" dirty="0">
                <a:latin typeface="Trebuchet MS (Заголовки)"/>
              </a:rPr>
              <a:t> и </a:t>
            </a:r>
            <a:r>
              <a:rPr lang="ru-RU" dirty="0" err="1">
                <a:latin typeface="Trebuchet MS (Заголовки)"/>
              </a:rPr>
              <a:t>Navigation</a:t>
            </a:r>
            <a:r>
              <a:rPr lang="ru-RU" dirty="0">
                <a:latin typeface="Trebuchet MS (Заголовки)"/>
              </a:rPr>
              <a:t> </a:t>
            </a:r>
            <a:r>
              <a:rPr lang="ru-RU" dirty="0" err="1">
                <a:latin typeface="Trebuchet MS (Заголовки)"/>
              </a:rPr>
              <a:t>Component</a:t>
            </a:r>
            <a:r>
              <a:rPr lang="ru-RU" dirty="0">
                <a:latin typeface="Trebuchet MS (Заголовки)"/>
              </a:rPr>
              <a:t>.</a:t>
            </a:r>
          </a:p>
          <a:p>
            <a:endParaRPr lang="ru-RU" dirty="0">
              <a:latin typeface="Trebuchet MS (Заголовки)"/>
            </a:endParaRPr>
          </a:p>
          <a:p>
            <a:r>
              <a:rPr lang="ru-RU" dirty="0">
                <a:latin typeface="Trebuchet MS (Заголовки)"/>
              </a:rPr>
              <a:t>Описание приложения</a:t>
            </a:r>
          </a:p>
          <a:p>
            <a:pPr marL="0" indent="0">
              <a:buNone/>
            </a:pPr>
            <a:r>
              <a:rPr lang="ru-RU" dirty="0">
                <a:latin typeface="Trebuchet MS (Заголовки)"/>
              </a:rPr>
              <a:t>«</a:t>
            </a:r>
            <a:r>
              <a:rPr lang="ru-RU" dirty="0" err="1" smtClean="0">
                <a:latin typeface="Trebuchet MS (Заголовки)"/>
              </a:rPr>
              <a:t>MyFrstApp</a:t>
            </a:r>
            <a:r>
              <a:rPr lang="en-US" dirty="0" err="1" smtClean="0">
                <a:latin typeface="Trebuchet MS (Заголовки)"/>
              </a:rPr>
              <a:t>lication</a:t>
            </a:r>
            <a:r>
              <a:rPr lang="ru-RU" dirty="0" smtClean="0">
                <a:latin typeface="Trebuchet MS (Заголовки)"/>
              </a:rPr>
              <a:t>» </a:t>
            </a:r>
            <a:r>
              <a:rPr lang="ru-RU" dirty="0">
                <a:latin typeface="Trebuchet MS (Заголовки)"/>
              </a:rPr>
              <a:t>— это приложение с лентой постов, функционирующее по принципу социальной сети. Пользователь может просматривать публикации, ставить лайки, делать </a:t>
            </a:r>
            <a:r>
              <a:rPr lang="ru-RU" dirty="0" err="1">
                <a:latin typeface="Trebuchet MS (Заголовки)"/>
              </a:rPr>
              <a:t>репосты</a:t>
            </a:r>
            <a:r>
              <a:rPr lang="ru-RU" dirty="0">
                <a:latin typeface="Trebuchet MS (Заголовки)"/>
              </a:rPr>
              <a:t>, а также создавать, редактировать и удалять собственные посты с текстом и видео. Все данные сохраняются в локальной базе </a:t>
            </a:r>
            <a:r>
              <a:rPr lang="ru-RU" dirty="0" err="1">
                <a:latin typeface="Trebuchet MS (Заголовки)"/>
              </a:rPr>
              <a:t>SQLite</a:t>
            </a:r>
            <a:r>
              <a:rPr lang="ru-RU" dirty="0">
                <a:latin typeface="Trebuchet MS (Заголовки)"/>
              </a:rPr>
              <a:t>, а интерфейс реализован в соответствии с принципами </a:t>
            </a:r>
            <a:r>
              <a:rPr lang="ru-RU" dirty="0" err="1">
                <a:latin typeface="Trebuchet MS (Заголовки)"/>
              </a:rPr>
              <a:t>Material</a:t>
            </a:r>
            <a:r>
              <a:rPr lang="ru-RU" dirty="0">
                <a:latin typeface="Trebuchet MS (Заголовки)"/>
              </a:rPr>
              <a:t> </a:t>
            </a:r>
            <a:r>
              <a:rPr lang="ru-RU" dirty="0" err="1">
                <a:latin typeface="Trebuchet MS (Заголовки)"/>
              </a:rPr>
              <a:t>Design</a:t>
            </a:r>
            <a:r>
              <a:rPr lang="ru-RU" dirty="0">
                <a:latin typeface="Trebuchet MS (Заголовки)"/>
              </a:rPr>
              <a:t>.</a:t>
            </a:r>
            <a:endParaRPr lang="ru-RU" dirty="0">
              <a:latin typeface="Trebuchet MS (Заголовки)"/>
            </a:endParaRPr>
          </a:p>
        </p:txBody>
      </p:sp>
    </p:spTree>
    <p:extLst>
      <p:ext uri="{BB962C8B-B14F-4D97-AF65-F5344CB8AC3E}">
        <p14:creationId xmlns:p14="http://schemas.microsoft.com/office/powerpoint/2010/main" val="1095242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Поставить </a:t>
            </a:r>
            <a:r>
              <a:rPr lang="ru-RU" dirty="0" err="1"/>
              <a:t>лайк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996" y="1602634"/>
            <a:ext cx="2501114" cy="499668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771" y="1602634"/>
            <a:ext cx="2585264" cy="499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2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</a:t>
            </a:r>
            <a:r>
              <a:rPr lang="en-US" dirty="0"/>
              <a:t>Share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0438" y="1462506"/>
            <a:ext cx="2530256" cy="494424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294" y="1462506"/>
            <a:ext cx="2538935" cy="49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4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внимательного просмотра</a:t>
            </a:r>
            <a:br>
              <a:rPr lang="ru-RU" dirty="0"/>
            </a:b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399"/>
            <a:ext cx="7806370" cy="376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8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редактирования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544391"/>
            <a:ext cx="4893620" cy="237099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428" y="4059763"/>
            <a:ext cx="5090480" cy="241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53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по ссылке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75578"/>
            <a:ext cx="2354624" cy="474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2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добавления поста</a:t>
            </a:r>
            <a:br>
              <a:rPr lang="ru-RU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06" y="1357603"/>
            <a:ext cx="5487834" cy="258875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821" y="3946357"/>
            <a:ext cx="5311621" cy="25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76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поста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602793"/>
            <a:ext cx="4570717" cy="218292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58" y="3978223"/>
            <a:ext cx="4889268" cy="234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69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</a:t>
            </a:r>
            <a:r>
              <a:rPr lang="ru-RU" dirty="0" smtClean="0"/>
              <a:t>видео(</a:t>
            </a:r>
            <a:r>
              <a:rPr lang="ru-RU" dirty="0" err="1" smtClean="0"/>
              <a:t>скрин</a:t>
            </a:r>
            <a:r>
              <a:rPr lang="ru-RU" dirty="0" smtClean="0"/>
              <a:t> видео)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655262"/>
            <a:ext cx="5049443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92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>
                <a:latin typeface="Trebuchet MS (Заголовки)"/>
              </a:rPr>
              <a:t>За 12 дней был создан полнофункциональный </a:t>
            </a:r>
            <a:r>
              <a:rPr lang="ru-RU" b="1" dirty="0" err="1">
                <a:latin typeface="Trebuchet MS (Заголовки)"/>
              </a:rPr>
              <a:t>Android</a:t>
            </a:r>
            <a:r>
              <a:rPr lang="ru-RU" b="1" dirty="0">
                <a:latin typeface="Trebuchet MS (Заголовки)"/>
              </a:rPr>
              <a:t>-клиент для социальной сети. В приложении реализованы</a:t>
            </a:r>
            <a:r>
              <a:rPr lang="ru-RU" b="1" dirty="0" smtClean="0">
                <a:latin typeface="Trebuchet MS (Заголовки)"/>
              </a:rPr>
              <a:t>:</a:t>
            </a:r>
            <a:endParaRPr lang="ru-RU" b="1" dirty="0">
              <a:latin typeface="Trebuchet MS (Заголовки)"/>
            </a:endParaRPr>
          </a:p>
          <a:p>
            <a:r>
              <a:rPr lang="ru-RU" b="1" dirty="0">
                <a:latin typeface="Trebuchet MS (Заголовки)"/>
              </a:rPr>
              <a:t>лента постов с использованием </a:t>
            </a:r>
            <a:r>
              <a:rPr lang="ru-RU" b="1" dirty="0" err="1">
                <a:latin typeface="Trebuchet MS (Заголовки)"/>
              </a:rPr>
              <a:t>RecyclerView</a:t>
            </a:r>
            <a:r>
              <a:rPr lang="ru-RU" b="1" dirty="0">
                <a:latin typeface="Trebuchet MS (Заголовки)"/>
              </a:rPr>
              <a:t>;</a:t>
            </a:r>
          </a:p>
          <a:p>
            <a:r>
              <a:rPr lang="ru-RU" b="1" dirty="0">
                <a:latin typeface="Trebuchet MS (Заголовки)"/>
              </a:rPr>
              <a:t>все основные CRUD-операции: создание, редактирование и удаление контента;</a:t>
            </a:r>
          </a:p>
          <a:p>
            <a:r>
              <a:rPr lang="ru-RU" b="1" dirty="0">
                <a:latin typeface="Trebuchet MS (Заголовки)"/>
              </a:rPr>
              <a:t>система </a:t>
            </a:r>
            <a:r>
              <a:rPr lang="ru-RU" b="1" dirty="0" err="1">
                <a:latin typeface="Trebuchet MS (Заголовки)"/>
              </a:rPr>
              <a:t>лайков</a:t>
            </a:r>
            <a:r>
              <a:rPr lang="ru-RU" b="1" dirty="0">
                <a:latin typeface="Trebuchet MS (Заголовки)"/>
              </a:rPr>
              <a:t> и </a:t>
            </a:r>
            <a:r>
              <a:rPr lang="ru-RU" b="1" dirty="0" err="1">
                <a:latin typeface="Trebuchet MS (Заголовки)"/>
              </a:rPr>
              <a:t>репостов</a:t>
            </a:r>
            <a:r>
              <a:rPr lang="ru-RU" b="1" dirty="0">
                <a:latin typeface="Trebuchet MS (Заголовки)"/>
              </a:rPr>
              <a:t>;</a:t>
            </a:r>
          </a:p>
          <a:p>
            <a:r>
              <a:rPr lang="ru-RU" b="1" dirty="0">
                <a:latin typeface="Trebuchet MS (Заголовки)"/>
              </a:rPr>
              <a:t>просмотр видео и возможность поделиться контентом через </a:t>
            </a:r>
            <a:r>
              <a:rPr lang="ru-RU" b="1" dirty="0" err="1">
                <a:latin typeface="Trebuchet MS (Заголовки)"/>
              </a:rPr>
              <a:t>Intent’ы</a:t>
            </a:r>
            <a:r>
              <a:rPr lang="ru-RU" b="1" dirty="0">
                <a:latin typeface="Trebuchet MS (Заголовки)"/>
              </a:rPr>
              <a:t>.</a:t>
            </a:r>
          </a:p>
          <a:p>
            <a:r>
              <a:rPr lang="ru-RU" b="1" dirty="0">
                <a:latin typeface="Trebuchet MS (Заголовки)"/>
              </a:rPr>
              <a:t>В разработке применены современные подходы</a:t>
            </a:r>
            <a:r>
              <a:rPr lang="ru-RU" b="1" dirty="0" smtClean="0">
                <a:latin typeface="Trebuchet MS (Заголовки)"/>
              </a:rPr>
              <a:t>:</a:t>
            </a:r>
            <a:endParaRPr lang="ru-RU" b="1" dirty="0">
              <a:latin typeface="Trebuchet MS (Заголовки)"/>
            </a:endParaRPr>
          </a:p>
          <a:p>
            <a:r>
              <a:rPr lang="ru-RU" b="1" dirty="0">
                <a:latin typeface="Trebuchet MS (Заголовки)"/>
              </a:rPr>
              <a:t>архитектура MVVM с </a:t>
            </a:r>
            <a:r>
              <a:rPr lang="ru-RU" b="1" dirty="0" err="1">
                <a:latin typeface="Trebuchet MS (Заголовки)"/>
              </a:rPr>
              <a:t>LiveData</a:t>
            </a:r>
            <a:r>
              <a:rPr lang="ru-RU" b="1" dirty="0">
                <a:latin typeface="Trebuchet MS (Заголовки)"/>
              </a:rPr>
              <a:t> и </a:t>
            </a:r>
            <a:r>
              <a:rPr lang="ru-RU" b="1" dirty="0" err="1">
                <a:latin typeface="Trebuchet MS (Заголовки)"/>
              </a:rPr>
              <a:t>ViewModel</a:t>
            </a:r>
            <a:r>
              <a:rPr lang="ru-RU" b="1" dirty="0">
                <a:latin typeface="Trebuchet MS (Заголовки)"/>
              </a:rPr>
              <a:t>;</a:t>
            </a:r>
          </a:p>
          <a:p>
            <a:r>
              <a:rPr lang="ru-RU" b="1" dirty="0">
                <a:latin typeface="Trebuchet MS (Заголовки)"/>
              </a:rPr>
              <a:t>паттерн </a:t>
            </a:r>
            <a:r>
              <a:rPr lang="ru-RU" b="1" dirty="0" err="1">
                <a:latin typeface="Trebuchet MS (Заголовки)"/>
              </a:rPr>
              <a:t>Single</a:t>
            </a:r>
            <a:r>
              <a:rPr lang="ru-RU" b="1" dirty="0">
                <a:latin typeface="Trebuchet MS (Заголовки)"/>
              </a:rPr>
              <a:t> </a:t>
            </a:r>
            <a:r>
              <a:rPr lang="ru-RU" b="1" dirty="0" err="1">
                <a:latin typeface="Trebuchet MS (Заголовки)"/>
              </a:rPr>
              <a:t>Activity</a:t>
            </a:r>
            <a:r>
              <a:rPr lang="ru-RU" b="1" dirty="0">
                <a:latin typeface="Trebuchet MS (Заголовки)"/>
              </a:rPr>
              <a:t> и компонент навигации </a:t>
            </a:r>
            <a:r>
              <a:rPr lang="ru-RU" b="1" dirty="0" err="1">
                <a:latin typeface="Trebuchet MS (Заголовки)"/>
              </a:rPr>
              <a:t>Navigation</a:t>
            </a:r>
            <a:r>
              <a:rPr lang="ru-RU" b="1" dirty="0">
                <a:latin typeface="Trebuchet MS (Заголовки)"/>
              </a:rPr>
              <a:t> </a:t>
            </a:r>
            <a:r>
              <a:rPr lang="ru-RU" b="1" dirty="0" err="1">
                <a:latin typeface="Trebuchet MS (Заголовки)"/>
              </a:rPr>
              <a:t>Component</a:t>
            </a:r>
            <a:r>
              <a:rPr lang="ru-RU" b="1" dirty="0">
                <a:latin typeface="Trebuchet MS (Заголовки)"/>
              </a:rPr>
              <a:t>;</a:t>
            </a:r>
          </a:p>
          <a:p>
            <a:r>
              <a:rPr lang="ru-RU" b="1" dirty="0">
                <a:latin typeface="Trebuchet MS (Заголовки)"/>
              </a:rPr>
              <a:t>дизайн по принципам </a:t>
            </a:r>
            <a:r>
              <a:rPr lang="ru-RU" b="1" dirty="0" err="1">
                <a:latin typeface="Trebuchet MS (Заголовки)"/>
              </a:rPr>
              <a:t>Material</a:t>
            </a:r>
            <a:r>
              <a:rPr lang="ru-RU" b="1" dirty="0">
                <a:latin typeface="Trebuchet MS (Заголовки)"/>
              </a:rPr>
              <a:t> </a:t>
            </a:r>
            <a:r>
              <a:rPr lang="ru-RU" b="1" dirty="0" err="1">
                <a:latin typeface="Trebuchet MS (Заголовки)"/>
              </a:rPr>
              <a:t>Design</a:t>
            </a:r>
            <a:r>
              <a:rPr lang="ru-RU" b="1" dirty="0">
                <a:latin typeface="Trebuchet MS (Заголовки)"/>
              </a:rPr>
              <a:t>.</a:t>
            </a:r>
          </a:p>
          <a:p>
            <a:r>
              <a:rPr lang="ru-RU" b="1" dirty="0">
                <a:latin typeface="Trebuchet MS (Заголовки)"/>
              </a:rPr>
              <a:t>Для хранения данных используется </a:t>
            </a:r>
            <a:r>
              <a:rPr lang="ru-RU" b="1" dirty="0" err="1">
                <a:latin typeface="Trebuchet MS (Заголовки)"/>
              </a:rPr>
              <a:t>SQLite</a:t>
            </a:r>
            <a:r>
              <a:rPr lang="ru-RU" b="1" dirty="0">
                <a:latin typeface="Trebuchet MS (Заголовки)"/>
              </a:rPr>
              <a:t>, а весь код управляется через </a:t>
            </a:r>
            <a:r>
              <a:rPr lang="ru-RU" b="1" dirty="0" err="1">
                <a:latin typeface="Trebuchet MS (Заголовки)"/>
              </a:rPr>
              <a:t>Git</a:t>
            </a:r>
            <a:r>
              <a:rPr lang="ru-RU" b="1" dirty="0">
                <a:latin typeface="Trebuchet MS (Заголовки)"/>
              </a:rPr>
              <a:t>. Автоматизация сборки реализована с помощью </a:t>
            </a:r>
            <a:r>
              <a:rPr lang="ru-RU" b="1" dirty="0" err="1">
                <a:latin typeface="Trebuchet MS (Заголовки)"/>
              </a:rPr>
              <a:t>GitHub</a:t>
            </a:r>
            <a:r>
              <a:rPr lang="ru-RU" b="1" dirty="0">
                <a:latin typeface="Trebuchet MS (Заголовки)"/>
              </a:rPr>
              <a:t> </a:t>
            </a:r>
            <a:r>
              <a:rPr lang="ru-RU" b="1" dirty="0" err="1">
                <a:latin typeface="Trebuchet MS (Заголовки)"/>
              </a:rPr>
              <a:t>Actions</a:t>
            </a:r>
            <a:r>
              <a:rPr lang="ru-RU" b="1" dirty="0">
                <a:latin typeface="Trebuchet MS (Заголовки)"/>
              </a:rPr>
              <a:t>.</a:t>
            </a:r>
            <a:endParaRPr lang="ru-RU" b="1" dirty="0">
              <a:latin typeface="Trebuchet MS (Заголовки)"/>
            </a:endParaRPr>
          </a:p>
        </p:txBody>
      </p:sp>
    </p:spTree>
    <p:extLst>
      <p:ext uri="{BB962C8B-B14F-4D97-AF65-F5344CB8AC3E}">
        <p14:creationId xmlns:p14="http://schemas.microsoft.com/office/powerpoint/2010/main" val="399721333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</TotalTime>
  <Words>221</Words>
  <Application>Microsoft Office PowerPoint</Application>
  <PresentationFormat>Широкоэкранный</PresentationFormat>
  <Paragraphs>28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Trebuchet MS</vt:lpstr>
      <vt:lpstr>Trebuchet MS (Заголовки)</vt:lpstr>
      <vt:lpstr>Wingdings 3</vt:lpstr>
      <vt:lpstr>Аспект</vt:lpstr>
      <vt:lpstr>УП 01.02 Разработка мобильных приложений</vt:lpstr>
      <vt:lpstr>введение</vt:lpstr>
      <vt:lpstr>Поставить лайк </vt:lpstr>
      <vt:lpstr>Режим Share  </vt:lpstr>
      <vt:lpstr>Режим внимательного просмотра </vt:lpstr>
      <vt:lpstr>Режим редактирования </vt:lpstr>
      <vt:lpstr>Переход по ссылке </vt:lpstr>
      <vt:lpstr>Режим добавления поста </vt:lpstr>
      <vt:lpstr>Удаление поста </vt:lpstr>
      <vt:lpstr>Практическое видео(скрин видео) 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 01.02 Разработка мобильных приложений</dc:title>
  <dc:creator>User12</dc:creator>
  <cp:lastModifiedBy>User12</cp:lastModifiedBy>
  <cp:revision>5</cp:revision>
  <dcterms:created xsi:type="dcterms:W3CDTF">2026-03-28T07:19:40Z</dcterms:created>
  <dcterms:modified xsi:type="dcterms:W3CDTF">2026-03-28T08:32:12Z</dcterms:modified>
</cp:coreProperties>
</file>